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60700" cy="1677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238" d="100"/>
          <a:sy n="238" d="100"/>
        </p:scale>
        <p:origin x="715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588" y="274615"/>
            <a:ext cx="2295525" cy="584188"/>
          </a:xfrm>
        </p:spPr>
        <p:txBody>
          <a:bodyPr anchor="b"/>
          <a:lstStyle>
            <a:lvl1pPr algn="ctr">
              <a:defRPr sz="146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88" y="881332"/>
            <a:ext cx="2295525" cy="405125"/>
          </a:xfrm>
        </p:spPr>
        <p:txBody>
          <a:bodyPr/>
          <a:lstStyle>
            <a:lvl1pPr marL="0" indent="0" algn="ctr">
              <a:buNone/>
              <a:defRPr sz="587"/>
            </a:lvl1pPr>
            <a:lvl2pPr marL="111877" indent="0" algn="ctr">
              <a:buNone/>
              <a:defRPr sz="489"/>
            </a:lvl2pPr>
            <a:lvl3pPr marL="223754" indent="0" algn="ctr">
              <a:buNone/>
              <a:defRPr sz="440"/>
            </a:lvl3pPr>
            <a:lvl4pPr marL="335631" indent="0" algn="ctr">
              <a:buNone/>
              <a:defRPr sz="392"/>
            </a:lvl4pPr>
            <a:lvl5pPr marL="447507" indent="0" algn="ctr">
              <a:buNone/>
              <a:defRPr sz="392"/>
            </a:lvl5pPr>
            <a:lvl6pPr marL="559384" indent="0" algn="ctr">
              <a:buNone/>
              <a:defRPr sz="392"/>
            </a:lvl6pPr>
            <a:lvl7pPr marL="671261" indent="0" algn="ctr">
              <a:buNone/>
              <a:defRPr sz="392"/>
            </a:lvl7pPr>
            <a:lvl8pPr marL="783138" indent="0" algn="ctr">
              <a:buNone/>
              <a:defRPr sz="392"/>
            </a:lvl8pPr>
            <a:lvl9pPr marL="895015" indent="0" algn="ctr">
              <a:buNone/>
              <a:defRPr sz="392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9F20-CC5B-49B2-A482-7CE19CFEA41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909A-1F11-4D12-8881-A746F9079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46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9F20-CC5B-49B2-A482-7CE19CFEA41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909A-1F11-4D12-8881-A746F9079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8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29" y="418332"/>
            <a:ext cx="2639854" cy="697996"/>
          </a:xfrm>
        </p:spPr>
        <p:txBody>
          <a:bodyPr anchor="b"/>
          <a:lstStyle>
            <a:lvl1pPr>
              <a:defRPr sz="146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829" y="1122931"/>
            <a:ext cx="2639854" cy="367060"/>
          </a:xfrm>
        </p:spPr>
        <p:txBody>
          <a:bodyPr/>
          <a:lstStyle>
            <a:lvl1pPr marL="0" indent="0">
              <a:buNone/>
              <a:defRPr sz="587">
                <a:solidFill>
                  <a:schemeClr val="tx1">
                    <a:tint val="75000"/>
                  </a:schemeClr>
                </a:solidFill>
              </a:defRPr>
            </a:lvl1pPr>
            <a:lvl2pPr marL="111877" indent="0">
              <a:buNone/>
              <a:defRPr sz="489">
                <a:solidFill>
                  <a:schemeClr val="tx1">
                    <a:tint val="75000"/>
                  </a:schemeClr>
                </a:solidFill>
              </a:defRPr>
            </a:lvl2pPr>
            <a:lvl3pPr marL="223754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3pPr>
            <a:lvl4pPr marL="335631" indent="0">
              <a:buNone/>
              <a:defRPr sz="392">
                <a:solidFill>
                  <a:schemeClr val="tx1">
                    <a:tint val="75000"/>
                  </a:schemeClr>
                </a:solidFill>
              </a:defRPr>
            </a:lvl4pPr>
            <a:lvl5pPr marL="447507" indent="0">
              <a:buNone/>
              <a:defRPr sz="392">
                <a:solidFill>
                  <a:schemeClr val="tx1">
                    <a:tint val="75000"/>
                  </a:schemeClr>
                </a:solidFill>
              </a:defRPr>
            </a:lvl5pPr>
            <a:lvl6pPr marL="559384" indent="0">
              <a:buNone/>
              <a:defRPr sz="392">
                <a:solidFill>
                  <a:schemeClr val="tx1">
                    <a:tint val="75000"/>
                  </a:schemeClr>
                </a:solidFill>
              </a:defRPr>
            </a:lvl6pPr>
            <a:lvl7pPr marL="671261" indent="0">
              <a:buNone/>
              <a:defRPr sz="392">
                <a:solidFill>
                  <a:schemeClr val="tx1">
                    <a:tint val="75000"/>
                  </a:schemeClr>
                </a:solidFill>
              </a:defRPr>
            </a:lvl7pPr>
            <a:lvl8pPr marL="783138" indent="0">
              <a:buNone/>
              <a:defRPr sz="392">
                <a:solidFill>
                  <a:schemeClr val="tx1">
                    <a:tint val="75000"/>
                  </a:schemeClr>
                </a:solidFill>
              </a:defRPr>
            </a:lvl8pPr>
            <a:lvl9pPr marL="895015" indent="0">
              <a:buNone/>
              <a:defRPr sz="3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9F20-CC5B-49B2-A482-7CE19CFEA41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909A-1F11-4D12-8881-A746F9079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46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23" y="446687"/>
            <a:ext cx="1300798" cy="10646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79" y="446687"/>
            <a:ext cx="1300798" cy="10646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9F20-CC5B-49B2-A482-7CE19CFEA41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909A-1F11-4D12-8881-A746F9079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18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89338"/>
            <a:ext cx="2639854" cy="3243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2" y="411340"/>
            <a:ext cx="1294819" cy="201591"/>
          </a:xfrm>
        </p:spPr>
        <p:txBody>
          <a:bodyPr anchor="b"/>
          <a:lstStyle>
            <a:lvl1pPr marL="0" indent="0">
              <a:buNone/>
              <a:defRPr sz="587" b="1"/>
            </a:lvl1pPr>
            <a:lvl2pPr marL="111877" indent="0">
              <a:buNone/>
              <a:defRPr sz="489" b="1"/>
            </a:lvl2pPr>
            <a:lvl3pPr marL="223754" indent="0">
              <a:buNone/>
              <a:defRPr sz="440" b="1"/>
            </a:lvl3pPr>
            <a:lvl4pPr marL="335631" indent="0">
              <a:buNone/>
              <a:defRPr sz="392" b="1"/>
            </a:lvl4pPr>
            <a:lvl5pPr marL="447507" indent="0">
              <a:buNone/>
              <a:defRPr sz="392" b="1"/>
            </a:lvl5pPr>
            <a:lvl6pPr marL="559384" indent="0">
              <a:buNone/>
              <a:defRPr sz="392" b="1"/>
            </a:lvl6pPr>
            <a:lvl7pPr marL="671261" indent="0">
              <a:buNone/>
              <a:defRPr sz="392" b="1"/>
            </a:lvl7pPr>
            <a:lvl8pPr marL="783138" indent="0">
              <a:buNone/>
              <a:defRPr sz="392" b="1"/>
            </a:lvl8pPr>
            <a:lvl9pPr marL="895015" indent="0">
              <a:buNone/>
              <a:defRPr sz="392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822" y="612932"/>
            <a:ext cx="1294819" cy="90153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9479" y="411340"/>
            <a:ext cx="1301196" cy="201591"/>
          </a:xfrm>
        </p:spPr>
        <p:txBody>
          <a:bodyPr anchor="b"/>
          <a:lstStyle>
            <a:lvl1pPr marL="0" indent="0">
              <a:buNone/>
              <a:defRPr sz="587" b="1"/>
            </a:lvl1pPr>
            <a:lvl2pPr marL="111877" indent="0">
              <a:buNone/>
              <a:defRPr sz="489" b="1"/>
            </a:lvl2pPr>
            <a:lvl3pPr marL="223754" indent="0">
              <a:buNone/>
              <a:defRPr sz="440" b="1"/>
            </a:lvl3pPr>
            <a:lvl4pPr marL="335631" indent="0">
              <a:buNone/>
              <a:defRPr sz="392" b="1"/>
            </a:lvl4pPr>
            <a:lvl5pPr marL="447507" indent="0">
              <a:buNone/>
              <a:defRPr sz="392" b="1"/>
            </a:lvl5pPr>
            <a:lvl6pPr marL="559384" indent="0">
              <a:buNone/>
              <a:defRPr sz="392" b="1"/>
            </a:lvl6pPr>
            <a:lvl7pPr marL="671261" indent="0">
              <a:buNone/>
              <a:defRPr sz="392" b="1"/>
            </a:lvl7pPr>
            <a:lvl8pPr marL="783138" indent="0">
              <a:buNone/>
              <a:defRPr sz="392" b="1"/>
            </a:lvl8pPr>
            <a:lvl9pPr marL="895015" indent="0">
              <a:buNone/>
              <a:defRPr sz="392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9479" y="612932"/>
            <a:ext cx="1301196" cy="90153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9F20-CC5B-49B2-A482-7CE19CFEA41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909A-1F11-4D12-8881-A746F9079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39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9F20-CC5B-49B2-A482-7CE19CFEA41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909A-1F11-4D12-8881-A746F9079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51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9F20-CC5B-49B2-A482-7CE19CFEA41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909A-1F11-4D12-8881-A746F9079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3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11866"/>
            <a:ext cx="987155" cy="391531"/>
          </a:xfrm>
        </p:spPr>
        <p:txBody>
          <a:bodyPr anchor="b"/>
          <a:lstStyle>
            <a:lvl1pPr>
              <a:defRPr sz="78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196" y="241599"/>
            <a:ext cx="1549479" cy="1192459"/>
          </a:xfrm>
        </p:spPr>
        <p:txBody>
          <a:bodyPr/>
          <a:lstStyle>
            <a:lvl1pPr>
              <a:defRPr sz="783"/>
            </a:lvl1pPr>
            <a:lvl2pPr>
              <a:defRPr sz="685"/>
            </a:lvl2pPr>
            <a:lvl3pPr>
              <a:defRPr sz="587"/>
            </a:lvl3pPr>
            <a:lvl4pPr>
              <a:defRPr sz="489"/>
            </a:lvl4pPr>
            <a:lvl5pPr>
              <a:defRPr sz="489"/>
            </a:lvl5pPr>
            <a:lvl6pPr>
              <a:defRPr sz="489"/>
            </a:lvl6pPr>
            <a:lvl7pPr>
              <a:defRPr sz="489"/>
            </a:lvl7pPr>
            <a:lvl8pPr>
              <a:defRPr sz="489"/>
            </a:lvl8pPr>
            <a:lvl9pPr>
              <a:defRPr sz="48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503396"/>
            <a:ext cx="987155" cy="932604"/>
          </a:xfrm>
        </p:spPr>
        <p:txBody>
          <a:bodyPr/>
          <a:lstStyle>
            <a:lvl1pPr marL="0" indent="0">
              <a:buNone/>
              <a:defRPr sz="392"/>
            </a:lvl1pPr>
            <a:lvl2pPr marL="111877" indent="0">
              <a:buNone/>
              <a:defRPr sz="343"/>
            </a:lvl2pPr>
            <a:lvl3pPr marL="223754" indent="0">
              <a:buNone/>
              <a:defRPr sz="294"/>
            </a:lvl3pPr>
            <a:lvl4pPr marL="335631" indent="0">
              <a:buNone/>
              <a:defRPr sz="245"/>
            </a:lvl4pPr>
            <a:lvl5pPr marL="447507" indent="0">
              <a:buNone/>
              <a:defRPr sz="245"/>
            </a:lvl5pPr>
            <a:lvl6pPr marL="559384" indent="0">
              <a:buNone/>
              <a:defRPr sz="245"/>
            </a:lvl6pPr>
            <a:lvl7pPr marL="671261" indent="0">
              <a:buNone/>
              <a:defRPr sz="245"/>
            </a:lvl7pPr>
            <a:lvl8pPr marL="783138" indent="0">
              <a:buNone/>
              <a:defRPr sz="245"/>
            </a:lvl8pPr>
            <a:lvl9pPr marL="895015" indent="0">
              <a:buNone/>
              <a:defRPr sz="24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9F20-CC5B-49B2-A482-7CE19CFEA41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909A-1F11-4D12-8881-A746F9079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8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11866"/>
            <a:ext cx="987155" cy="391531"/>
          </a:xfrm>
        </p:spPr>
        <p:txBody>
          <a:bodyPr anchor="b"/>
          <a:lstStyle>
            <a:lvl1pPr>
              <a:defRPr sz="78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1196" y="241599"/>
            <a:ext cx="1549479" cy="1192459"/>
          </a:xfrm>
        </p:spPr>
        <p:txBody>
          <a:bodyPr anchor="t"/>
          <a:lstStyle>
            <a:lvl1pPr marL="0" indent="0">
              <a:buNone/>
              <a:defRPr sz="783"/>
            </a:lvl1pPr>
            <a:lvl2pPr marL="111877" indent="0">
              <a:buNone/>
              <a:defRPr sz="685"/>
            </a:lvl2pPr>
            <a:lvl3pPr marL="223754" indent="0">
              <a:buNone/>
              <a:defRPr sz="587"/>
            </a:lvl3pPr>
            <a:lvl4pPr marL="335631" indent="0">
              <a:buNone/>
              <a:defRPr sz="489"/>
            </a:lvl4pPr>
            <a:lvl5pPr marL="447507" indent="0">
              <a:buNone/>
              <a:defRPr sz="489"/>
            </a:lvl5pPr>
            <a:lvl6pPr marL="559384" indent="0">
              <a:buNone/>
              <a:defRPr sz="489"/>
            </a:lvl6pPr>
            <a:lvl7pPr marL="671261" indent="0">
              <a:buNone/>
              <a:defRPr sz="489"/>
            </a:lvl7pPr>
            <a:lvl8pPr marL="783138" indent="0">
              <a:buNone/>
              <a:defRPr sz="489"/>
            </a:lvl8pPr>
            <a:lvl9pPr marL="895015" indent="0">
              <a:buNone/>
              <a:defRPr sz="489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503396"/>
            <a:ext cx="987155" cy="932604"/>
          </a:xfrm>
        </p:spPr>
        <p:txBody>
          <a:bodyPr/>
          <a:lstStyle>
            <a:lvl1pPr marL="0" indent="0">
              <a:buNone/>
              <a:defRPr sz="392"/>
            </a:lvl1pPr>
            <a:lvl2pPr marL="111877" indent="0">
              <a:buNone/>
              <a:defRPr sz="343"/>
            </a:lvl2pPr>
            <a:lvl3pPr marL="223754" indent="0">
              <a:buNone/>
              <a:defRPr sz="294"/>
            </a:lvl3pPr>
            <a:lvl4pPr marL="335631" indent="0">
              <a:buNone/>
              <a:defRPr sz="245"/>
            </a:lvl4pPr>
            <a:lvl5pPr marL="447507" indent="0">
              <a:buNone/>
              <a:defRPr sz="245"/>
            </a:lvl5pPr>
            <a:lvl6pPr marL="559384" indent="0">
              <a:buNone/>
              <a:defRPr sz="245"/>
            </a:lvl6pPr>
            <a:lvl7pPr marL="671261" indent="0">
              <a:buNone/>
              <a:defRPr sz="245"/>
            </a:lvl7pPr>
            <a:lvl8pPr marL="783138" indent="0">
              <a:buNone/>
              <a:defRPr sz="245"/>
            </a:lvl8pPr>
            <a:lvl9pPr marL="895015" indent="0">
              <a:buNone/>
              <a:defRPr sz="24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9F20-CC5B-49B2-A482-7CE19CFEA41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909A-1F11-4D12-8881-A746F9079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9F20-CC5B-49B2-A482-7CE19CFEA41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909A-1F11-4D12-8881-A746F9079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79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0314" y="89337"/>
            <a:ext cx="659963" cy="14220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3" y="89337"/>
            <a:ext cx="1941632" cy="14220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39F20-CC5B-49B2-A482-7CE19CFEA41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909A-1F11-4D12-8881-A746F9079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98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423" y="89338"/>
            <a:ext cx="2639854" cy="324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3" y="446687"/>
            <a:ext cx="2639854" cy="1064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423" y="1555247"/>
            <a:ext cx="688658" cy="89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39F20-CC5B-49B2-A482-7CE19CFEA41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3857" y="1555247"/>
            <a:ext cx="1032986" cy="89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1619" y="1555247"/>
            <a:ext cx="688658" cy="89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C909A-1F11-4D12-8881-A746F9079F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6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23754" rtl="0" eaLnBrk="1" latinLnBrk="0" hangingPunct="1">
        <a:lnSpc>
          <a:spcPct val="90000"/>
        </a:lnSpc>
        <a:spcBef>
          <a:spcPct val="0"/>
        </a:spcBef>
        <a:buNone/>
        <a:defRPr sz="10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938" indent="-55938" algn="l" defTabSz="223754" rtl="0" eaLnBrk="1" latinLnBrk="0" hangingPunct="1">
        <a:lnSpc>
          <a:spcPct val="90000"/>
        </a:lnSpc>
        <a:spcBef>
          <a:spcPts val="245"/>
        </a:spcBef>
        <a:buFont typeface="Arial" panose="020B0604020202020204" pitchFamily="34" charset="0"/>
        <a:buChar char="•"/>
        <a:defRPr sz="685" kern="1200">
          <a:solidFill>
            <a:schemeClr val="tx1"/>
          </a:solidFill>
          <a:latin typeface="+mn-lt"/>
          <a:ea typeface="+mn-ea"/>
          <a:cs typeface="+mn-cs"/>
        </a:defRPr>
      </a:lvl1pPr>
      <a:lvl2pPr marL="167815" indent="-55938" algn="l" defTabSz="223754" rtl="0" eaLnBrk="1" latinLnBrk="0" hangingPunct="1">
        <a:lnSpc>
          <a:spcPct val="90000"/>
        </a:lnSpc>
        <a:spcBef>
          <a:spcPts val="122"/>
        </a:spcBef>
        <a:buFont typeface="Arial" panose="020B0604020202020204" pitchFamily="34" charset="0"/>
        <a:buChar char="•"/>
        <a:defRPr sz="587" kern="1200">
          <a:solidFill>
            <a:schemeClr val="tx1"/>
          </a:solidFill>
          <a:latin typeface="+mn-lt"/>
          <a:ea typeface="+mn-ea"/>
          <a:cs typeface="+mn-cs"/>
        </a:defRPr>
      </a:lvl2pPr>
      <a:lvl3pPr marL="279692" indent="-55938" algn="l" defTabSz="223754" rtl="0" eaLnBrk="1" latinLnBrk="0" hangingPunct="1">
        <a:lnSpc>
          <a:spcPct val="90000"/>
        </a:lnSpc>
        <a:spcBef>
          <a:spcPts val="122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3pPr>
      <a:lvl4pPr marL="391569" indent="-55938" algn="l" defTabSz="223754" rtl="0" eaLnBrk="1" latinLnBrk="0" hangingPunct="1">
        <a:lnSpc>
          <a:spcPct val="90000"/>
        </a:lnSpc>
        <a:spcBef>
          <a:spcPts val="122"/>
        </a:spcBef>
        <a:buFont typeface="Arial" panose="020B0604020202020204" pitchFamily="34" charset="0"/>
        <a:buChar char="•"/>
        <a:defRPr sz="440" kern="1200">
          <a:solidFill>
            <a:schemeClr val="tx1"/>
          </a:solidFill>
          <a:latin typeface="+mn-lt"/>
          <a:ea typeface="+mn-ea"/>
          <a:cs typeface="+mn-cs"/>
        </a:defRPr>
      </a:lvl4pPr>
      <a:lvl5pPr marL="503446" indent="-55938" algn="l" defTabSz="223754" rtl="0" eaLnBrk="1" latinLnBrk="0" hangingPunct="1">
        <a:lnSpc>
          <a:spcPct val="90000"/>
        </a:lnSpc>
        <a:spcBef>
          <a:spcPts val="122"/>
        </a:spcBef>
        <a:buFont typeface="Arial" panose="020B0604020202020204" pitchFamily="34" charset="0"/>
        <a:buChar char="•"/>
        <a:defRPr sz="440" kern="1200">
          <a:solidFill>
            <a:schemeClr val="tx1"/>
          </a:solidFill>
          <a:latin typeface="+mn-lt"/>
          <a:ea typeface="+mn-ea"/>
          <a:cs typeface="+mn-cs"/>
        </a:defRPr>
      </a:lvl5pPr>
      <a:lvl6pPr marL="615323" indent="-55938" algn="l" defTabSz="223754" rtl="0" eaLnBrk="1" latinLnBrk="0" hangingPunct="1">
        <a:lnSpc>
          <a:spcPct val="90000"/>
        </a:lnSpc>
        <a:spcBef>
          <a:spcPts val="122"/>
        </a:spcBef>
        <a:buFont typeface="Arial" panose="020B0604020202020204" pitchFamily="34" charset="0"/>
        <a:buChar char="•"/>
        <a:defRPr sz="440" kern="1200">
          <a:solidFill>
            <a:schemeClr val="tx1"/>
          </a:solidFill>
          <a:latin typeface="+mn-lt"/>
          <a:ea typeface="+mn-ea"/>
          <a:cs typeface="+mn-cs"/>
        </a:defRPr>
      </a:lvl6pPr>
      <a:lvl7pPr marL="727199" indent="-55938" algn="l" defTabSz="223754" rtl="0" eaLnBrk="1" latinLnBrk="0" hangingPunct="1">
        <a:lnSpc>
          <a:spcPct val="90000"/>
        </a:lnSpc>
        <a:spcBef>
          <a:spcPts val="122"/>
        </a:spcBef>
        <a:buFont typeface="Arial" panose="020B0604020202020204" pitchFamily="34" charset="0"/>
        <a:buChar char="•"/>
        <a:defRPr sz="440" kern="1200">
          <a:solidFill>
            <a:schemeClr val="tx1"/>
          </a:solidFill>
          <a:latin typeface="+mn-lt"/>
          <a:ea typeface="+mn-ea"/>
          <a:cs typeface="+mn-cs"/>
        </a:defRPr>
      </a:lvl7pPr>
      <a:lvl8pPr marL="839076" indent="-55938" algn="l" defTabSz="223754" rtl="0" eaLnBrk="1" latinLnBrk="0" hangingPunct="1">
        <a:lnSpc>
          <a:spcPct val="90000"/>
        </a:lnSpc>
        <a:spcBef>
          <a:spcPts val="122"/>
        </a:spcBef>
        <a:buFont typeface="Arial" panose="020B0604020202020204" pitchFamily="34" charset="0"/>
        <a:buChar char="•"/>
        <a:defRPr sz="440" kern="1200">
          <a:solidFill>
            <a:schemeClr val="tx1"/>
          </a:solidFill>
          <a:latin typeface="+mn-lt"/>
          <a:ea typeface="+mn-ea"/>
          <a:cs typeface="+mn-cs"/>
        </a:defRPr>
      </a:lvl8pPr>
      <a:lvl9pPr marL="950953" indent="-55938" algn="l" defTabSz="223754" rtl="0" eaLnBrk="1" latinLnBrk="0" hangingPunct="1">
        <a:lnSpc>
          <a:spcPct val="90000"/>
        </a:lnSpc>
        <a:spcBef>
          <a:spcPts val="122"/>
        </a:spcBef>
        <a:buFont typeface="Arial" panose="020B0604020202020204" pitchFamily="34" charset="0"/>
        <a:buChar char="•"/>
        <a:defRPr sz="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3754" rtl="0" eaLnBrk="1" latinLnBrk="0" hangingPunct="1">
        <a:defRPr sz="440" kern="1200">
          <a:solidFill>
            <a:schemeClr val="tx1"/>
          </a:solidFill>
          <a:latin typeface="+mn-lt"/>
          <a:ea typeface="+mn-ea"/>
          <a:cs typeface="+mn-cs"/>
        </a:defRPr>
      </a:lvl1pPr>
      <a:lvl2pPr marL="111877" algn="l" defTabSz="223754" rtl="0" eaLnBrk="1" latinLnBrk="0" hangingPunct="1">
        <a:defRPr sz="440" kern="1200">
          <a:solidFill>
            <a:schemeClr val="tx1"/>
          </a:solidFill>
          <a:latin typeface="+mn-lt"/>
          <a:ea typeface="+mn-ea"/>
          <a:cs typeface="+mn-cs"/>
        </a:defRPr>
      </a:lvl2pPr>
      <a:lvl3pPr marL="223754" algn="l" defTabSz="223754" rtl="0" eaLnBrk="1" latinLnBrk="0" hangingPunct="1">
        <a:defRPr sz="440" kern="1200">
          <a:solidFill>
            <a:schemeClr val="tx1"/>
          </a:solidFill>
          <a:latin typeface="+mn-lt"/>
          <a:ea typeface="+mn-ea"/>
          <a:cs typeface="+mn-cs"/>
        </a:defRPr>
      </a:lvl3pPr>
      <a:lvl4pPr marL="335631" algn="l" defTabSz="223754" rtl="0" eaLnBrk="1" latinLnBrk="0" hangingPunct="1">
        <a:defRPr sz="440" kern="1200">
          <a:solidFill>
            <a:schemeClr val="tx1"/>
          </a:solidFill>
          <a:latin typeface="+mn-lt"/>
          <a:ea typeface="+mn-ea"/>
          <a:cs typeface="+mn-cs"/>
        </a:defRPr>
      </a:lvl4pPr>
      <a:lvl5pPr marL="447507" algn="l" defTabSz="223754" rtl="0" eaLnBrk="1" latinLnBrk="0" hangingPunct="1">
        <a:defRPr sz="440" kern="1200">
          <a:solidFill>
            <a:schemeClr val="tx1"/>
          </a:solidFill>
          <a:latin typeface="+mn-lt"/>
          <a:ea typeface="+mn-ea"/>
          <a:cs typeface="+mn-cs"/>
        </a:defRPr>
      </a:lvl5pPr>
      <a:lvl6pPr marL="559384" algn="l" defTabSz="223754" rtl="0" eaLnBrk="1" latinLnBrk="0" hangingPunct="1">
        <a:defRPr sz="440" kern="1200">
          <a:solidFill>
            <a:schemeClr val="tx1"/>
          </a:solidFill>
          <a:latin typeface="+mn-lt"/>
          <a:ea typeface="+mn-ea"/>
          <a:cs typeface="+mn-cs"/>
        </a:defRPr>
      </a:lvl6pPr>
      <a:lvl7pPr marL="671261" algn="l" defTabSz="223754" rtl="0" eaLnBrk="1" latinLnBrk="0" hangingPunct="1">
        <a:defRPr sz="440" kern="1200">
          <a:solidFill>
            <a:schemeClr val="tx1"/>
          </a:solidFill>
          <a:latin typeface="+mn-lt"/>
          <a:ea typeface="+mn-ea"/>
          <a:cs typeface="+mn-cs"/>
        </a:defRPr>
      </a:lvl7pPr>
      <a:lvl8pPr marL="783138" algn="l" defTabSz="223754" rtl="0" eaLnBrk="1" latinLnBrk="0" hangingPunct="1">
        <a:defRPr sz="440" kern="1200">
          <a:solidFill>
            <a:schemeClr val="tx1"/>
          </a:solidFill>
          <a:latin typeface="+mn-lt"/>
          <a:ea typeface="+mn-ea"/>
          <a:cs typeface="+mn-cs"/>
        </a:defRPr>
      </a:lvl8pPr>
      <a:lvl9pPr marL="895015" algn="l" defTabSz="223754" rtl="0" eaLnBrk="1" latinLnBrk="0" hangingPunct="1">
        <a:defRPr sz="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"/>
            <a:ext cx="3060700" cy="167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940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</dc:creator>
  <cp:lastModifiedBy>Tamir</cp:lastModifiedBy>
  <cp:revision>9</cp:revision>
  <dcterms:created xsi:type="dcterms:W3CDTF">2025-12-28T15:21:53Z</dcterms:created>
  <dcterms:modified xsi:type="dcterms:W3CDTF">2025-12-29T09:57:07Z</dcterms:modified>
</cp:coreProperties>
</file>