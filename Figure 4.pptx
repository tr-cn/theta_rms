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060700" cy="1677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6" autoAdjust="0"/>
    <p:restoredTop sz="94660"/>
  </p:normalViewPr>
  <p:slideViewPr>
    <p:cSldViewPr snapToGrid="0">
      <p:cViewPr varScale="1">
        <p:scale>
          <a:sx n="362" d="100"/>
          <a:sy n="362" d="100"/>
        </p:scale>
        <p:origin x="547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2588" y="274615"/>
            <a:ext cx="2295525" cy="584188"/>
          </a:xfrm>
        </p:spPr>
        <p:txBody>
          <a:bodyPr anchor="b"/>
          <a:lstStyle>
            <a:lvl1pPr algn="ctr">
              <a:defRPr sz="1468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881332"/>
            <a:ext cx="2295525" cy="405125"/>
          </a:xfrm>
        </p:spPr>
        <p:txBody>
          <a:bodyPr/>
          <a:lstStyle>
            <a:lvl1pPr marL="0" indent="0" algn="ctr">
              <a:buNone/>
              <a:defRPr sz="587"/>
            </a:lvl1pPr>
            <a:lvl2pPr marL="111877" indent="0" algn="ctr">
              <a:buNone/>
              <a:defRPr sz="489"/>
            </a:lvl2pPr>
            <a:lvl3pPr marL="223754" indent="0" algn="ctr">
              <a:buNone/>
              <a:defRPr sz="440"/>
            </a:lvl3pPr>
            <a:lvl4pPr marL="335631" indent="0" algn="ctr">
              <a:buNone/>
              <a:defRPr sz="392"/>
            </a:lvl4pPr>
            <a:lvl5pPr marL="447507" indent="0" algn="ctr">
              <a:buNone/>
              <a:defRPr sz="392"/>
            </a:lvl5pPr>
            <a:lvl6pPr marL="559384" indent="0" algn="ctr">
              <a:buNone/>
              <a:defRPr sz="392"/>
            </a:lvl6pPr>
            <a:lvl7pPr marL="671261" indent="0" algn="ctr">
              <a:buNone/>
              <a:defRPr sz="392"/>
            </a:lvl7pPr>
            <a:lvl8pPr marL="783138" indent="0" algn="ctr">
              <a:buNone/>
              <a:defRPr sz="392"/>
            </a:lvl8pPr>
            <a:lvl9pPr marL="895015" indent="0" algn="ctr">
              <a:buNone/>
              <a:defRPr sz="392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4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8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418332"/>
            <a:ext cx="2639854" cy="697996"/>
          </a:xfrm>
        </p:spPr>
        <p:txBody>
          <a:bodyPr anchor="b"/>
          <a:lstStyle>
            <a:lvl1pPr>
              <a:defRPr sz="1468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1122931"/>
            <a:ext cx="2639854" cy="367060"/>
          </a:xfrm>
        </p:spPr>
        <p:txBody>
          <a:bodyPr/>
          <a:lstStyle>
            <a:lvl1pPr marL="0" indent="0">
              <a:buNone/>
              <a:defRPr sz="587">
                <a:solidFill>
                  <a:schemeClr val="tx1">
                    <a:tint val="75000"/>
                  </a:schemeClr>
                </a:solidFill>
              </a:defRPr>
            </a:lvl1pPr>
            <a:lvl2pPr marL="111877" indent="0">
              <a:buNone/>
              <a:defRPr sz="489">
                <a:solidFill>
                  <a:schemeClr val="tx1">
                    <a:tint val="75000"/>
                  </a:schemeClr>
                </a:solidFill>
              </a:defRPr>
            </a:lvl2pPr>
            <a:lvl3pPr marL="223754" indent="0">
              <a:buNone/>
              <a:defRPr sz="440">
                <a:solidFill>
                  <a:schemeClr val="tx1">
                    <a:tint val="75000"/>
                  </a:schemeClr>
                </a:solidFill>
              </a:defRPr>
            </a:lvl3pPr>
            <a:lvl4pPr marL="335631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4pPr>
            <a:lvl5pPr marL="447507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5pPr>
            <a:lvl6pPr marL="559384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6pPr>
            <a:lvl7pPr marL="671261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7pPr>
            <a:lvl8pPr marL="783138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8pPr>
            <a:lvl9pPr marL="895015" indent="0">
              <a:buNone/>
              <a:defRPr sz="3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646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446687"/>
            <a:ext cx="1300798" cy="10646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446687"/>
            <a:ext cx="1300798" cy="10646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51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89338"/>
            <a:ext cx="2639854" cy="3243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411340"/>
            <a:ext cx="1294819" cy="201591"/>
          </a:xfrm>
        </p:spPr>
        <p:txBody>
          <a:bodyPr anchor="b"/>
          <a:lstStyle>
            <a:lvl1pPr marL="0" indent="0">
              <a:buNone/>
              <a:defRPr sz="587" b="1"/>
            </a:lvl1pPr>
            <a:lvl2pPr marL="111877" indent="0">
              <a:buNone/>
              <a:defRPr sz="489" b="1"/>
            </a:lvl2pPr>
            <a:lvl3pPr marL="223754" indent="0">
              <a:buNone/>
              <a:defRPr sz="440" b="1"/>
            </a:lvl3pPr>
            <a:lvl4pPr marL="335631" indent="0">
              <a:buNone/>
              <a:defRPr sz="392" b="1"/>
            </a:lvl4pPr>
            <a:lvl5pPr marL="447507" indent="0">
              <a:buNone/>
              <a:defRPr sz="392" b="1"/>
            </a:lvl5pPr>
            <a:lvl6pPr marL="559384" indent="0">
              <a:buNone/>
              <a:defRPr sz="392" b="1"/>
            </a:lvl6pPr>
            <a:lvl7pPr marL="671261" indent="0">
              <a:buNone/>
              <a:defRPr sz="392" b="1"/>
            </a:lvl7pPr>
            <a:lvl8pPr marL="783138" indent="0">
              <a:buNone/>
              <a:defRPr sz="392" b="1"/>
            </a:lvl8pPr>
            <a:lvl9pPr marL="895015" indent="0">
              <a:buNone/>
              <a:defRPr sz="392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612932"/>
            <a:ext cx="1294819" cy="90153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79" y="411340"/>
            <a:ext cx="1301196" cy="201591"/>
          </a:xfrm>
        </p:spPr>
        <p:txBody>
          <a:bodyPr anchor="b"/>
          <a:lstStyle>
            <a:lvl1pPr marL="0" indent="0">
              <a:buNone/>
              <a:defRPr sz="587" b="1"/>
            </a:lvl1pPr>
            <a:lvl2pPr marL="111877" indent="0">
              <a:buNone/>
              <a:defRPr sz="489" b="1"/>
            </a:lvl2pPr>
            <a:lvl3pPr marL="223754" indent="0">
              <a:buNone/>
              <a:defRPr sz="440" b="1"/>
            </a:lvl3pPr>
            <a:lvl4pPr marL="335631" indent="0">
              <a:buNone/>
              <a:defRPr sz="392" b="1"/>
            </a:lvl4pPr>
            <a:lvl5pPr marL="447507" indent="0">
              <a:buNone/>
              <a:defRPr sz="392" b="1"/>
            </a:lvl5pPr>
            <a:lvl6pPr marL="559384" indent="0">
              <a:buNone/>
              <a:defRPr sz="392" b="1"/>
            </a:lvl6pPr>
            <a:lvl7pPr marL="671261" indent="0">
              <a:buNone/>
              <a:defRPr sz="392" b="1"/>
            </a:lvl7pPr>
            <a:lvl8pPr marL="783138" indent="0">
              <a:buNone/>
              <a:defRPr sz="392" b="1"/>
            </a:lvl8pPr>
            <a:lvl9pPr marL="895015" indent="0">
              <a:buNone/>
              <a:defRPr sz="392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79" y="612932"/>
            <a:ext cx="1301196" cy="90153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139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51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730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11866"/>
            <a:ext cx="987155" cy="391531"/>
          </a:xfrm>
        </p:spPr>
        <p:txBody>
          <a:bodyPr anchor="b"/>
          <a:lstStyle>
            <a:lvl1pPr>
              <a:defRPr sz="783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241599"/>
            <a:ext cx="1549479" cy="1192459"/>
          </a:xfrm>
        </p:spPr>
        <p:txBody>
          <a:bodyPr/>
          <a:lstStyle>
            <a:lvl1pPr>
              <a:defRPr sz="783"/>
            </a:lvl1pPr>
            <a:lvl2pPr>
              <a:defRPr sz="685"/>
            </a:lvl2pPr>
            <a:lvl3pPr>
              <a:defRPr sz="587"/>
            </a:lvl3pPr>
            <a:lvl4pPr>
              <a:defRPr sz="489"/>
            </a:lvl4pPr>
            <a:lvl5pPr>
              <a:defRPr sz="489"/>
            </a:lvl5pPr>
            <a:lvl6pPr>
              <a:defRPr sz="489"/>
            </a:lvl6pPr>
            <a:lvl7pPr>
              <a:defRPr sz="489"/>
            </a:lvl7pPr>
            <a:lvl8pPr>
              <a:defRPr sz="489"/>
            </a:lvl8pPr>
            <a:lvl9pPr>
              <a:defRPr sz="489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503396"/>
            <a:ext cx="987155" cy="932604"/>
          </a:xfrm>
        </p:spPr>
        <p:txBody>
          <a:bodyPr/>
          <a:lstStyle>
            <a:lvl1pPr marL="0" indent="0">
              <a:buNone/>
              <a:defRPr sz="392"/>
            </a:lvl1pPr>
            <a:lvl2pPr marL="111877" indent="0">
              <a:buNone/>
              <a:defRPr sz="343"/>
            </a:lvl2pPr>
            <a:lvl3pPr marL="223754" indent="0">
              <a:buNone/>
              <a:defRPr sz="294"/>
            </a:lvl3pPr>
            <a:lvl4pPr marL="335631" indent="0">
              <a:buNone/>
              <a:defRPr sz="245"/>
            </a:lvl4pPr>
            <a:lvl5pPr marL="447507" indent="0">
              <a:buNone/>
              <a:defRPr sz="245"/>
            </a:lvl5pPr>
            <a:lvl6pPr marL="559384" indent="0">
              <a:buNone/>
              <a:defRPr sz="245"/>
            </a:lvl6pPr>
            <a:lvl7pPr marL="671261" indent="0">
              <a:buNone/>
              <a:defRPr sz="245"/>
            </a:lvl7pPr>
            <a:lvl8pPr marL="783138" indent="0">
              <a:buNone/>
              <a:defRPr sz="245"/>
            </a:lvl8pPr>
            <a:lvl9pPr marL="895015" indent="0">
              <a:buNone/>
              <a:defRPr sz="24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689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11866"/>
            <a:ext cx="987155" cy="391531"/>
          </a:xfrm>
        </p:spPr>
        <p:txBody>
          <a:bodyPr anchor="b"/>
          <a:lstStyle>
            <a:lvl1pPr>
              <a:defRPr sz="783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241599"/>
            <a:ext cx="1549479" cy="1192459"/>
          </a:xfrm>
        </p:spPr>
        <p:txBody>
          <a:bodyPr anchor="t"/>
          <a:lstStyle>
            <a:lvl1pPr marL="0" indent="0">
              <a:buNone/>
              <a:defRPr sz="783"/>
            </a:lvl1pPr>
            <a:lvl2pPr marL="111877" indent="0">
              <a:buNone/>
              <a:defRPr sz="685"/>
            </a:lvl2pPr>
            <a:lvl3pPr marL="223754" indent="0">
              <a:buNone/>
              <a:defRPr sz="587"/>
            </a:lvl3pPr>
            <a:lvl4pPr marL="335631" indent="0">
              <a:buNone/>
              <a:defRPr sz="489"/>
            </a:lvl4pPr>
            <a:lvl5pPr marL="447507" indent="0">
              <a:buNone/>
              <a:defRPr sz="489"/>
            </a:lvl5pPr>
            <a:lvl6pPr marL="559384" indent="0">
              <a:buNone/>
              <a:defRPr sz="489"/>
            </a:lvl6pPr>
            <a:lvl7pPr marL="671261" indent="0">
              <a:buNone/>
              <a:defRPr sz="489"/>
            </a:lvl7pPr>
            <a:lvl8pPr marL="783138" indent="0">
              <a:buNone/>
              <a:defRPr sz="489"/>
            </a:lvl8pPr>
            <a:lvl9pPr marL="895015" indent="0">
              <a:buNone/>
              <a:defRPr sz="489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503396"/>
            <a:ext cx="987155" cy="932604"/>
          </a:xfrm>
        </p:spPr>
        <p:txBody>
          <a:bodyPr/>
          <a:lstStyle>
            <a:lvl1pPr marL="0" indent="0">
              <a:buNone/>
              <a:defRPr sz="392"/>
            </a:lvl1pPr>
            <a:lvl2pPr marL="111877" indent="0">
              <a:buNone/>
              <a:defRPr sz="343"/>
            </a:lvl2pPr>
            <a:lvl3pPr marL="223754" indent="0">
              <a:buNone/>
              <a:defRPr sz="294"/>
            </a:lvl3pPr>
            <a:lvl4pPr marL="335631" indent="0">
              <a:buNone/>
              <a:defRPr sz="245"/>
            </a:lvl4pPr>
            <a:lvl5pPr marL="447507" indent="0">
              <a:buNone/>
              <a:defRPr sz="245"/>
            </a:lvl5pPr>
            <a:lvl6pPr marL="559384" indent="0">
              <a:buNone/>
              <a:defRPr sz="245"/>
            </a:lvl6pPr>
            <a:lvl7pPr marL="671261" indent="0">
              <a:buNone/>
              <a:defRPr sz="245"/>
            </a:lvl7pPr>
            <a:lvl8pPr marL="783138" indent="0">
              <a:buNone/>
              <a:defRPr sz="245"/>
            </a:lvl8pPr>
            <a:lvl9pPr marL="895015" indent="0">
              <a:buNone/>
              <a:defRPr sz="24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79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89337"/>
            <a:ext cx="659963" cy="142201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89337"/>
            <a:ext cx="1941632" cy="14220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89338"/>
            <a:ext cx="2639854" cy="324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446687"/>
            <a:ext cx="2639854" cy="1064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1555247"/>
            <a:ext cx="688658" cy="89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239F20-CC5B-49B2-A482-7CE19CFEA41F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1555247"/>
            <a:ext cx="1032986" cy="89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1555247"/>
            <a:ext cx="688658" cy="89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C909A-1F11-4D12-8881-A746F9079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86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23754" rtl="0" eaLnBrk="1" latinLnBrk="0" hangingPunct="1">
        <a:lnSpc>
          <a:spcPct val="90000"/>
        </a:lnSpc>
        <a:spcBef>
          <a:spcPct val="0"/>
        </a:spcBef>
        <a:buNone/>
        <a:defRPr sz="10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938" indent="-55938" algn="l" defTabSz="223754" rtl="0" eaLnBrk="1" latinLnBrk="0" hangingPunct="1">
        <a:lnSpc>
          <a:spcPct val="90000"/>
        </a:lnSpc>
        <a:spcBef>
          <a:spcPts val="245"/>
        </a:spcBef>
        <a:buFont typeface="Arial" panose="020B0604020202020204" pitchFamily="34" charset="0"/>
        <a:buChar char="•"/>
        <a:defRPr sz="685" kern="1200">
          <a:solidFill>
            <a:schemeClr val="tx1"/>
          </a:solidFill>
          <a:latin typeface="+mn-lt"/>
          <a:ea typeface="+mn-ea"/>
          <a:cs typeface="+mn-cs"/>
        </a:defRPr>
      </a:lvl1pPr>
      <a:lvl2pPr marL="167815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587" kern="1200">
          <a:solidFill>
            <a:schemeClr val="tx1"/>
          </a:solidFill>
          <a:latin typeface="+mn-lt"/>
          <a:ea typeface="+mn-ea"/>
          <a:cs typeface="+mn-cs"/>
        </a:defRPr>
      </a:lvl2pPr>
      <a:lvl3pPr marL="279692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89" kern="1200">
          <a:solidFill>
            <a:schemeClr val="tx1"/>
          </a:solidFill>
          <a:latin typeface="+mn-lt"/>
          <a:ea typeface="+mn-ea"/>
          <a:cs typeface="+mn-cs"/>
        </a:defRPr>
      </a:lvl3pPr>
      <a:lvl4pPr marL="391569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4pPr>
      <a:lvl5pPr marL="503446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5pPr>
      <a:lvl6pPr marL="615323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6pPr>
      <a:lvl7pPr marL="727199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7pPr>
      <a:lvl8pPr marL="839076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8pPr>
      <a:lvl9pPr marL="950953" indent="-55938" algn="l" defTabSz="223754" rtl="0" eaLnBrk="1" latinLnBrk="0" hangingPunct="1">
        <a:lnSpc>
          <a:spcPct val="90000"/>
        </a:lnSpc>
        <a:spcBef>
          <a:spcPts val="122"/>
        </a:spcBef>
        <a:buFont typeface="Arial" panose="020B0604020202020204" pitchFamily="34" charset="0"/>
        <a:buChar char="•"/>
        <a:defRPr sz="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1pPr>
      <a:lvl2pPr marL="111877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2pPr>
      <a:lvl3pPr marL="223754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3pPr>
      <a:lvl4pPr marL="335631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4pPr>
      <a:lvl5pPr marL="447507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5pPr>
      <a:lvl6pPr marL="559384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6pPr>
      <a:lvl7pPr marL="671261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7pPr>
      <a:lvl8pPr marL="783138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8pPr>
      <a:lvl9pPr marL="895015" algn="l" defTabSz="223754" rtl="0" eaLnBrk="1" latinLnBrk="0" hangingPunct="1">
        <a:defRPr sz="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6"/>
            <a:ext cx="3060700" cy="1676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940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Tamir</dc:creator>
  <cp:lastModifiedBy>Tamir</cp:lastModifiedBy>
  <cp:revision>7</cp:revision>
  <dcterms:created xsi:type="dcterms:W3CDTF">2025-12-28T15:21:53Z</dcterms:created>
  <dcterms:modified xsi:type="dcterms:W3CDTF">2025-12-28T21:39:15Z</dcterms:modified>
</cp:coreProperties>
</file>